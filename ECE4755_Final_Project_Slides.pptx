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554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ECE 4755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8803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10-point DFT and IDFT of the Lab 7 speech signal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impulse response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4023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Wayne Blaylock    October 5,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28016"/>
            <a:ext cx="11338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project covers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51052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ECE 4755 Final Project  |  Wayne Blaylock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155680" y="651052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960120"/>
            <a:ext cx="11338560" cy="1115568"/>
          </a:xfrm>
          <a:prstGeom prst="roundRect">
            <a:avLst>
              <a:gd name="adj" fmla="val 6557"/>
            </a:avLst>
          </a:prstGeom>
          <a:solidFill>
            <a:srgbClr val="F4F7F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124712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Q1–Q4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743200" y="1161288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10-point DFT and IDFT of speech.wav in MATLAB and in C, then plot the C results.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11480" y="2240280"/>
            <a:ext cx="11338560" cy="1115568"/>
          </a:xfrm>
          <a:prstGeom prst="roundRect">
            <a:avLst>
              <a:gd name="adj" fmla="val 6557"/>
            </a:avLst>
          </a:prstGeom>
          <a:solidFill>
            <a:srgbClr val="F4F7FB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404872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743200" y="2441448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DFT, IDFT, and plots for impulse.wav.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11480" y="3520440"/>
            <a:ext cx="11338560" cy="1115568"/>
          </a:xfrm>
          <a:prstGeom prst="roundRect">
            <a:avLst>
              <a:gd name="adj" fmla="val 6557"/>
            </a:avLst>
          </a:prstGeom>
          <a:solidFill>
            <a:srgbClr val="F4F7F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685032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Q6–Q8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743200" y="3721608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DFT of both excerpts on the DSPLab, then the product and its IDFT on the scope.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11480" y="4800600"/>
            <a:ext cx="11338560" cy="1115568"/>
          </a:xfrm>
          <a:prstGeom prst="roundRect">
            <a:avLst>
              <a:gd name="adj" fmla="val 6557"/>
            </a:avLst>
          </a:prstGeom>
          <a:solidFill>
            <a:srgbClr val="F4F7FB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965192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Q9–Q10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2743200" y="5001768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the board product in MATLAB, then repeat the product on the full files and compare.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28016"/>
            <a:ext cx="11338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51052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ECE 4755 Final Project  |  Wayne Blaylock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155680" y="651052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of 10 samples. Last block is zero-padded. No fft or ifft.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X[k] = Σ x[n] exp(−j 2π k n / 10)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x[n] = (1/10) Σ X[k] exp(+j 2π k n / 10)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Y[k] = X[k] H[k], then IDFT for the circular convolution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30632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speech.wav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926080" y="306324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182,932 samples, 44.1 kHz, 4.148 s, 8 pad samples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8404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impulse.wav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926080" y="384048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130,036 samples, 44.1 kHz, 2.949 s, 4 pad samples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46177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excerpts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926080" y="461772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at sample 43968, impulse at sample 55680, 256 samples each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" y="5394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DSPLab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926080" y="539496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C5509A, dsplab55.gel, D/A 10 kHz, FIFO 256, signed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28016"/>
            <a:ext cx="11338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 MATLAB speech DFT and IDFT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51052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ECE 4755 Final Project  |  Wayne Blaylock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155680" y="651052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pic>
        <p:nvPicPr>
          <p:cNvPr id="6" name="Image 0" descr="/tmp/fpimg/q1_t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868680"/>
            <a:ext cx="3703320" cy="2779776"/>
          </a:xfrm>
          <a:prstGeom prst="rect">
            <a:avLst/>
          </a:prstGeom>
        </p:spPr>
      </p:pic>
      <p:pic>
        <p:nvPicPr>
          <p:cNvPr id="7" name="Image 1" descr="/tmp/fpimg/q1_idf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520" y="868680"/>
            <a:ext cx="3703320" cy="2779776"/>
          </a:xfrm>
          <a:prstGeom prst="rect">
            <a:avLst/>
          </a:prstGeom>
        </p:spPr>
      </p:pic>
      <p:pic>
        <p:nvPicPr>
          <p:cNvPr id="8" name="Image 2" descr="/tmp/fpimg/q1_se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868680"/>
            <a:ext cx="3703320" cy="277977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11480" y="3840480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IDFT error after dropping the pad is 2.78e-16. Bin spacing is 4,410 Hz, so one block only shows a coarse spectrum.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28016"/>
            <a:ext cx="11338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Q2–Q4  Floating-point C on speech.wav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51052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ECE 4755 Final Project  |  Wayne Blaylock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155680" y="651052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pic>
        <p:nvPicPr>
          <p:cNvPr id="6" name="Image 0" descr="/tmp/fpimg/q4_idf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822960"/>
            <a:ext cx="5394960" cy="3794760"/>
          </a:xfrm>
          <a:prstGeom prst="rect">
            <a:avLst/>
          </a:prstGeom>
        </p:spPr>
      </p:pic>
      <p:pic>
        <p:nvPicPr>
          <p:cNvPr id="7" name="Image 1" descr="/tmp/fpimg/q4_ma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822960"/>
            <a:ext cx="5394960" cy="3794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" y="4754880"/>
            <a:ext cx="11338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Left: C IDFT on the original. Right: concatenated C DFT magnitude. Segment 4500 matches a MATLAB DFT of the same block.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28016"/>
            <a:ext cx="11338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  Same procedure on impulse.wav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51052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ECE 4755 Final Project  |  Wayne Blaylock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155680" y="651052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pic>
        <p:nvPicPr>
          <p:cNvPr id="6" name="Image 0" descr="/tmp/fpimg/q5_t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868680"/>
            <a:ext cx="3703320" cy="2779776"/>
          </a:xfrm>
          <a:prstGeom prst="rect">
            <a:avLst/>
          </a:prstGeom>
        </p:spPr>
      </p:pic>
      <p:pic>
        <p:nvPicPr>
          <p:cNvPr id="7" name="Image 1" descr="/tmp/fpimg/q5_idf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520" y="868680"/>
            <a:ext cx="3703320" cy="2779776"/>
          </a:xfrm>
          <a:prstGeom prst="rect">
            <a:avLst/>
          </a:prstGeom>
        </p:spPr>
      </p:pic>
      <p:pic>
        <p:nvPicPr>
          <p:cNvPr id="8" name="Image 2" descr="/tmp/fpimg/q5_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868680"/>
            <a:ext cx="3703320" cy="277977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11480" y="3840480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MATLAB IDFT and C IDFT both match impulse.wav. The impulse spectrum is broader than the speech spectrum.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28016"/>
            <a:ext cx="11338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  10-point DFT on the DSPLab scope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51052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ECE 4755 Final Project  |  Wayne Blaylock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155680" y="651052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pic>
        <p:nvPicPr>
          <p:cNvPr id="6" name="Image 0" descr="/tmp/fpimg/q6_speech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868680"/>
            <a:ext cx="5577840" cy="3136392"/>
          </a:xfrm>
          <a:prstGeom prst="rect">
            <a:avLst/>
          </a:prstGeom>
        </p:spPr>
      </p:pic>
      <p:pic>
        <p:nvPicPr>
          <p:cNvPr id="7" name="Image 1" descr="/tmp/fpimg/q6_impuls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868680"/>
            <a:ext cx="5577840" cy="313639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" y="4160520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D0 released: speech excerpt. D0 pressed: impulse excerpt. Each bin is held for 25 samples. Scope scale is relative.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11480" y="4800600"/>
            <a:ext cx="11338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energy is in the low bins. The impulse excerpt is more spread across the 10 bins.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28016"/>
            <a:ext cx="11338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Q7–Q8  Product and IDFT on the DSPLab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51052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ECE 4755 Final Project  |  Wayne Blaylock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155680" y="651052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pic>
        <p:nvPicPr>
          <p:cNvPr id="6" name="Image 0" descr="/tmp/fpimg/q7_scop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868680"/>
            <a:ext cx="5577840" cy="3136392"/>
          </a:xfrm>
          <a:prstGeom prst="rect">
            <a:avLst/>
          </a:prstGeom>
        </p:spPr>
      </p:pic>
      <p:pic>
        <p:nvPicPr>
          <p:cNvPr id="7" name="Image 1" descr="/tmp/fpimg/q8_scop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868680"/>
            <a:ext cx="5577840" cy="313639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" y="4160520"/>
            <a:ext cx="11338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Left: average |X[k] H[k]|. Right: IDFT of that product, a 10-point circular convolution. Spikes are the large blocks after DAC scaling.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28016"/>
            <a:ext cx="11338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  MATLAB plots of the Q7 and Q8 results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51052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ECE 4755 Final Project  |  Wayne Blaylock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155680" y="651052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pic>
        <p:nvPicPr>
          <p:cNvPr id="6" name="Image 0" descr="/tmp/fpimg/q9_ma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822960"/>
            <a:ext cx="5394960" cy="3794760"/>
          </a:xfrm>
          <a:prstGeom prst="rect">
            <a:avLst/>
          </a:prstGeom>
        </p:spPr>
      </p:pic>
      <p:pic>
        <p:nvPicPr>
          <p:cNvPr id="7" name="Image 1" descr="/tmp/fpimg/q9_idf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822960"/>
            <a:ext cx="5394960" cy="3794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" y="4754880"/>
            <a:ext cx="11338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excerpts as the board. Shapes match the scope photos. Counts do not, because the DAC auto-scales.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28016"/>
            <a:ext cx="11338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Q10  Full-file product, then compare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51052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ECE 4755 Final Project  |  Wayne Blaylock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155680" y="651052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pic>
        <p:nvPicPr>
          <p:cNvPr id="6" name="Image 0" descr="/tmp/fpimg/q10_ma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822960"/>
            <a:ext cx="3794760" cy="2843784"/>
          </a:xfrm>
          <a:prstGeom prst="rect">
            <a:avLst/>
          </a:prstGeom>
        </p:spPr>
      </p:pic>
      <p:pic>
        <p:nvPicPr>
          <p:cNvPr id="7" name="Image 1" descr="/tmp/fpimg/q10_idf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822960"/>
            <a:ext cx="3794760" cy="2843784"/>
          </a:xfrm>
          <a:prstGeom prst="rect">
            <a:avLst/>
          </a:prstGeom>
        </p:spPr>
      </p:pic>
      <p:pic>
        <p:nvPicPr>
          <p:cNvPr id="8" name="Image 2" descr="/tmp/fpimg/q10_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822960"/>
            <a:ext cx="3794760" cy="284378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11480" y="3840480"/>
            <a:ext cx="11338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and center are the full files, time-aligned. Right is the board excerpts and matches Q9. The full-file result is the same method, not the same waveform, because the excerpts do not start at the same sample.</a:t>
            </a:r>
            <a:endParaRPr lang="en-US" sz="1600" dirty="0"/>
          </a:p>
        </p:txBody>
      </p:sp>
      <p:sp>
        <p:nvSpPr>
          <p:cNvPr id="10" name="Text 5"/>
          <p:cNvSpPr/>
          <p:nvPr/>
        </p:nvSpPr>
        <p:spPr>
          <a:xfrm>
            <a:off x="411480" y="4983480"/>
            <a:ext cx="11338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IDFT of each product is a circular convolution of that 10-sample pair, not one linear convolution of the whole files.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28016"/>
            <a:ext cx="11338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51052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ECE 4755 Final Project  |  Wayne Blaylock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155680" y="651052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0515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97280" y="105156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10-point DFT and IDFT, from the sum, reconstruct speech.wav and impulse.wav.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02920" y="20116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97280" y="20116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text files match the MATLAB transforms for both signals.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02920" y="297180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97280" y="29718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board can only hold excerpts. D0 switches speech and impulse on the scope.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02920" y="39319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097280" y="39319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X[k] H[k] followed by the IDFT is a circular convolution per block.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02920" y="48920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97280" y="489204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excerpt check matches the board plots. The full-file product does not, and should not.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ECE 4755 Final Project</dc:title>
  <dc:subject>10-point DFT and IDFT on speech and impulse</dc:subject>
  <dc:creator>Wayne Blaylock</dc:creator>
  <cp:lastModifiedBy>Wayne Blaylock</cp:lastModifiedBy>
  <cp:revision>1</cp:revision>
  <dcterms:created xsi:type="dcterms:W3CDTF">2026-10-05T17:20:06Z</dcterms:created>
  <dcterms:modified xsi:type="dcterms:W3CDTF">2026-10-05T17:20:06Z</dcterms:modified>
</cp:coreProperties>
</file>